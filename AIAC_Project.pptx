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7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7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65860"/>
            <a:ext cx="7772400" cy="1470025"/>
          </a:xfrm>
        </p:spPr>
        <p:txBody>
          <a:bodyPr/>
          <a:lstStyle/>
          <a:p>
            <a:r>
              <a:t>CSV Summary Generator Web Application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815590"/>
            <a:ext cx="6391275" cy="2167255"/>
          </a:xfrm>
        </p:spPr>
        <p:txBody>
          <a:bodyPr>
            <a:noAutofit/>
          </a:bodyPr>
          <a:lstStyle/>
          <a:p>
            <a:r>
              <a:rPr sz="3000">
                <a:solidFill>
                  <a:schemeClr val="tx1">
                    <a:lumMod val="95000"/>
                    <a:lumOff val="5000"/>
                  </a:schemeClr>
                </a:solidFill>
              </a:rPr>
              <a:t>Team Members:</a:t>
            </a:r>
            <a:endParaRPr sz="300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altLang="en-GB" sz="3000">
                <a:solidFill>
                  <a:schemeClr val="tx1">
                    <a:lumMod val="95000"/>
                    <a:lumOff val="5000"/>
                  </a:schemeClr>
                </a:solidFill>
              </a:rPr>
              <a:t>K. Saketh Varma - 2403A510B6</a:t>
            </a:r>
            <a:endParaRPr lang="en-US" altLang="en-GB" sz="300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altLang="en-GB" sz="3000">
                <a:solidFill>
                  <a:schemeClr val="tx1">
                    <a:lumMod val="95000"/>
                    <a:lumOff val="5000"/>
                  </a:schemeClr>
                </a:solidFill>
              </a:rPr>
              <a:t>A. Nihal - 2403A510B7</a:t>
            </a:r>
            <a:endParaRPr lang="en-US" altLang="en-GB" sz="300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altLang="en-GB" sz="3000">
                <a:solidFill>
                  <a:schemeClr val="tx1">
                    <a:lumMod val="95000"/>
                    <a:lumOff val="5000"/>
                  </a:schemeClr>
                </a:solidFill>
              </a:rPr>
              <a:t>N. Akshaya - 2403A510B8</a:t>
            </a:r>
            <a:endParaRPr lang="en-US" altLang="en-GB" sz="300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Upload CSV and generate full dataset summary</a:t>
            </a:r>
          </a:p>
          <a:p>
            <a:r>
              <a:t>Provide HTML-based automatic analysis</a:t>
            </a:r>
          </a:p>
          <a:p>
            <a:r>
              <a:t>Generate downloadable CSV summary report</a:t>
            </a:r>
          </a:p>
          <a:p>
            <a:r>
              <a:t>Support browser &amp; curl uploads</a:t>
            </a:r>
          </a:p>
          <a:p>
            <a:r>
              <a:t>Learn Python Flask backend development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Stakeholders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Student Developers</a:t>
            </a:r>
          </a:p>
          <a:p>
            <a:r>
              <a:t>Faculty</a:t>
            </a:r>
          </a:p>
          <a:p>
            <a:r>
              <a:t>End Users</a:t>
            </a:r>
          </a:p>
          <a:p>
            <a:r>
              <a:t>GitHub Community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8470" y="458153"/>
            <a:ext cx="8229600" cy="1143000"/>
          </a:xfrm>
        </p:spPr>
        <p:txBody>
          <a:bodyPr/>
          <a:lstStyle/>
          <a:p>
            <a:r>
              <a:t>Programming Languages, Tools, and Software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82165"/>
            <a:ext cx="8230870" cy="3870325"/>
          </a:xfrm>
        </p:spPr>
        <p:txBody>
          <a:bodyPr/>
          <a:lstStyle/>
          <a:p>
            <a:r>
              <a:t>Language: Python Only</a:t>
            </a:r>
          </a:p>
          <a:p>
            <a:r>
              <a:t>Framework: Flask</a:t>
            </a:r>
          </a:p>
          <a:p>
            <a:r>
              <a:t>Libraries: pandas, numpy, matplotlib</a:t>
            </a:r>
          </a:p>
          <a:p>
            <a:r>
              <a:t>Tools: VS Code, PowerShell, GitHub</a:t>
            </a:r>
          </a:p>
          <a:p>
            <a:r>
              <a:t>No manual HTML used – Flask template strings only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Front-End View of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Simple Upload Interface</a:t>
            </a:r>
          </a:p>
          <a:p>
            <a:r>
              <a:t>Upload CSV Button</a:t>
            </a:r>
          </a:p>
          <a:p>
            <a:r>
              <a:t>Generates HTML summary report</a:t>
            </a:r>
          </a:p>
          <a:p>
            <a:r>
              <a:t>Download CSV summary directly</a:t>
            </a:r>
          </a:p>
          <a:p>
            <a:r>
              <a:t>(HTML auto-rendered by Flask – no manual homepage design)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Tools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ChatGPT for debugging</a:t>
            </a:r>
          </a:p>
          <a:p>
            <a:r>
              <a:t>Code correction &amp; enhancements</a:t>
            </a:r>
          </a:p>
          <a:p>
            <a:r>
              <a:t>Documentation preparation</a:t>
            </a:r>
          </a:p>
          <a:p>
            <a:r>
              <a:t>Environment setup guidance</a:t>
            </a:r>
          </a:p>
          <a:p>
            <a:r>
              <a:t>Generating PPT &amp; DOC submissions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Built a complete CSV Summary Web App</a:t>
            </a:r>
          </a:p>
          <a:p>
            <a:r>
              <a:t>Uses Python Flask backend</a:t>
            </a:r>
          </a:p>
          <a:p>
            <a:r>
              <a:t>Provides automated dataset profiling</a:t>
            </a:r>
          </a:p>
          <a:p>
            <a:r>
              <a:t>Supports browser and curl uploads</a:t>
            </a:r>
          </a:p>
          <a:p>
            <a:r>
              <a:t>Includes downloadable reports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1086</Words>
  <Application>WPS Presentation</Application>
  <PresentationFormat>On-screen Show (4:3)</PresentationFormat>
  <Paragraphs>54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9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Mali</vt:lpstr>
      <vt:lpstr>Segoe Print</vt:lpstr>
      <vt:lpstr>Mali SemiBold</vt:lpstr>
      <vt:lpstr>Calibri</vt:lpstr>
      <vt:lpstr>Office Theme</vt:lpstr>
      <vt:lpstr>CSV Summary Generator Web Application</vt:lpstr>
      <vt:lpstr>Objectives</vt:lpstr>
      <vt:lpstr>Stakeholders</vt:lpstr>
      <vt:lpstr>Programming Languages, Tools, and Software</vt:lpstr>
      <vt:lpstr>Front-End View of Application</vt:lpstr>
      <vt:lpstr>AI Tools Used</vt:lpstr>
      <vt:lpstr>Project Summary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Akshaya Neerati</cp:lastModifiedBy>
  <cp:revision>3</cp:revision>
  <dcterms:created xsi:type="dcterms:W3CDTF">2013-01-27T09:14:00Z</dcterms:created>
  <dcterms:modified xsi:type="dcterms:W3CDTF">2025-11-19T16:31:48Z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ED86F44F5477436089040A1B2C02ACCA_12</vt:lpwstr>
  </property>
  <property fmtid="{D5CDD505-2E9C-101B-9397-08002B2CF9AE}" pid="3" name="KSOProductBuildVer">
    <vt:lpwstr>2057-12.2.0.23149</vt:lpwstr>
  </property>
</Properties>
</file>